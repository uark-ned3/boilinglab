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7" r:id="rId4"/>
  </p:sldMasterIdLst>
  <p:sldIdLst>
    <p:sldId id="256" r:id="rId5"/>
    <p:sldId id="260" r:id="rId6"/>
    <p:sldId id="261" r:id="rId7"/>
    <p:sldId id="259" r:id="rId8"/>
    <p:sldId id="258" r:id="rId9"/>
    <p:sldId id="25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0076FE-6E87-4370-B096-17318F05E897}" v="1" dt="2026-08-27T22:54:33.7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76" d="100"/>
          <a:sy n="76" d="100"/>
        </p:scale>
        <p:origin x="89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ulkar Nain Prince" userId="2b3c9b35-0c31-45e4-80ed-61cfc0dd3bae" providerId="ADAL" clId="{4808855B-320D-4544-A1AE-98491317AC58}"/>
    <pc:docChg chg="addSld modSld sldOrd">
      <pc:chgData name="Zulkar Nain Prince" userId="2b3c9b35-0c31-45e4-80ed-61cfc0dd3bae" providerId="ADAL" clId="{4808855B-320D-4544-A1AE-98491317AC58}" dt="2026-08-27T22:59:46.565" v="51" actId="14100"/>
      <pc:docMkLst>
        <pc:docMk/>
      </pc:docMkLst>
      <pc:sldChg chg="modSp mod">
        <pc:chgData name="Zulkar Nain Prince" userId="2b3c9b35-0c31-45e4-80ed-61cfc0dd3bae" providerId="ADAL" clId="{4808855B-320D-4544-A1AE-98491317AC58}" dt="2026-08-27T22:46:23.477" v="2" actId="14100"/>
        <pc:sldMkLst>
          <pc:docMk/>
          <pc:sldMk cId="4267113700" sldId="258"/>
        </pc:sldMkLst>
        <pc:spChg chg="mod">
          <ac:chgData name="Zulkar Nain Prince" userId="2b3c9b35-0c31-45e4-80ed-61cfc0dd3bae" providerId="ADAL" clId="{4808855B-320D-4544-A1AE-98491317AC58}" dt="2026-08-27T22:46:23.477" v="2" actId="14100"/>
          <ac:spMkLst>
            <pc:docMk/>
            <pc:sldMk cId="4267113700" sldId="258"/>
            <ac:spMk id="2" creationId="{F472CAAC-C53D-921D-A38E-B1DF8EB4568D}"/>
          </ac:spMkLst>
        </pc:spChg>
      </pc:sldChg>
      <pc:sldChg chg="ord">
        <pc:chgData name="Zulkar Nain Prince" userId="2b3c9b35-0c31-45e4-80ed-61cfc0dd3bae" providerId="ADAL" clId="{4808855B-320D-4544-A1AE-98491317AC58}" dt="2026-08-27T22:51:39.610" v="7"/>
        <pc:sldMkLst>
          <pc:docMk/>
          <pc:sldMk cId="1575581757" sldId="259"/>
        </pc:sldMkLst>
      </pc:sldChg>
      <pc:sldChg chg="addSp modSp new mod">
        <pc:chgData name="Zulkar Nain Prince" userId="2b3c9b35-0c31-45e4-80ed-61cfc0dd3bae" providerId="ADAL" clId="{4808855B-320D-4544-A1AE-98491317AC58}" dt="2026-08-27T22:59:46.565" v="51" actId="14100"/>
        <pc:sldMkLst>
          <pc:docMk/>
          <pc:sldMk cId="3321059607" sldId="260"/>
        </pc:sldMkLst>
        <pc:spChg chg="add mod">
          <ac:chgData name="Zulkar Nain Prince" userId="2b3c9b35-0c31-45e4-80ed-61cfc0dd3bae" providerId="ADAL" clId="{4808855B-320D-4544-A1AE-98491317AC58}" dt="2026-08-27T22:55:12.155" v="37" actId="122"/>
          <ac:spMkLst>
            <pc:docMk/>
            <pc:sldMk cId="3321059607" sldId="260"/>
            <ac:spMk id="2" creationId="{805EE880-8EA9-3DFC-6C6B-75CADA6FE47D}"/>
          </ac:spMkLst>
        </pc:spChg>
        <pc:picChg chg="add mod">
          <ac:chgData name="Zulkar Nain Prince" userId="2b3c9b35-0c31-45e4-80ed-61cfc0dd3bae" providerId="ADAL" clId="{4808855B-320D-4544-A1AE-98491317AC58}" dt="2026-08-27T22:55:41.529" v="45" actId="14100"/>
          <ac:picMkLst>
            <pc:docMk/>
            <pc:sldMk cId="3321059607" sldId="260"/>
            <ac:picMk id="4" creationId="{AA18F6A1-4B3F-AE51-FB16-85D11EF61115}"/>
          </ac:picMkLst>
        </pc:picChg>
        <pc:picChg chg="add mod">
          <ac:chgData name="Zulkar Nain Prince" userId="2b3c9b35-0c31-45e4-80ed-61cfc0dd3bae" providerId="ADAL" clId="{4808855B-320D-4544-A1AE-98491317AC58}" dt="2026-08-27T22:59:46.565" v="51" actId="14100"/>
          <ac:picMkLst>
            <pc:docMk/>
            <pc:sldMk cId="3321059607" sldId="260"/>
            <ac:picMk id="6" creationId="{CE067D52-F2DD-E249-ACEF-7E4F220F42A7}"/>
          </ac:picMkLst>
        </pc:picChg>
      </pc:sldChg>
    </pc:docChg>
  </pc:docChgLst>
  <pc:docChgLst>
    <pc:chgData name="Zulkar Nain Prince" userId="2b3c9b35-0c31-45e4-80ed-61cfc0dd3bae" providerId="ADAL" clId="{AADF6D4B-FB2D-412F-BA47-B891D46A9A5D}"/>
    <pc:docChg chg="undo custSel addSld modSld">
      <pc:chgData name="Zulkar Nain Prince" userId="2b3c9b35-0c31-45e4-80ed-61cfc0dd3bae" providerId="ADAL" clId="{AADF6D4B-FB2D-412F-BA47-B891D46A9A5D}" dt="2026-08-28T04:57:51.022" v="143" actId="14100"/>
      <pc:docMkLst>
        <pc:docMk/>
      </pc:docMkLst>
      <pc:sldChg chg="modSp mod">
        <pc:chgData name="Zulkar Nain Prince" userId="2b3c9b35-0c31-45e4-80ed-61cfc0dd3bae" providerId="ADAL" clId="{AADF6D4B-FB2D-412F-BA47-B891D46A9A5D}" dt="2026-08-28T04:40:25.866" v="37" actId="2711"/>
        <pc:sldMkLst>
          <pc:docMk/>
          <pc:sldMk cId="3232965760" sldId="257"/>
        </pc:sldMkLst>
        <pc:spChg chg="mod">
          <ac:chgData name="Zulkar Nain Prince" userId="2b3c9b35-0c31-45e4-80ed-61cfc0dd3bae" providerId="ADAL" clId="{AADF6D4B-FB2D-412F-BA47-B891D46A9A5D}" dt="2026-08-28T04:40:25.866" v="37" actId="2711"/>
          <ac:spMkLst>
            <pc:docMk/>
            <pc:sldMk cId="3232965760" sldId="257"/>
            <ac:spMk id="2" creationId="{CFB28022-4059-FB71-1E4A-ED8A80146F6E}"/>
          </ac:spMkLst>
        </pc:spChg>
      </pc:sldChg>
      <pc:sldChg chg="modSp mod">
        <pc:chgData name="Zulkar Nain Prince" userId="2b3c9b35-0c31-45e4-80ed-61cfc0dd3bae" providerId="ADAL" clId="{AADF6D4B-FB2D-412F-BA47-B891D46A9A5D}" dt="2026-08-28T04:43:57.352" v="87" actId="2711"/>
        <pc:sldMkLst>
          <pc:docMk/>
          <pc:sldMk cId="4267113700" sldId="258"/>
        </pc:sldMkLst>
        <pc:spChg chg="mod">
          <ac:chgData name="Zulkar Nain Prince" userId="2b3c9b35-0c31-45e4-80ed-61cfc0dd3bae" providerId="ADAL" clId="{AADF6D4B-FB2D-412F-BA47-B891D46A9A5D}" dt="2026-08-28T04:43:57.352" v="87" actId="2711"/>
          <ac:spMkLst>
            <pc:docMk/>
            <pc:sldMk cId="4267113700" sldId="258"/>
            <ac:spMk id="2" creationId="{F472CAAC-C53D-921D-A38E-B1DF8EB4568D}"/>
          </ac:spMkLst>
        </pc:spChg>
        <pc:spChg chg="mod">
          <ac:chgData name="Zulkar Nain Prince" userId="2b3c9b35-0c31-45e4-80ed-61cfc0dd3bae" providerId="ADAL" clId="{AADF6D4B-FB2D-412F-BA47-B891D46A9A5D}" dt="2026-08-28T04:43:39.884" v="86" actId="123"/>
          <ac:spMkLst>
            <pc:docMk/>
            <pc:sldMk cId="4267113700" sldId="258"/>
            <ac:spMk id="7" creationId="{7664D204-9B61-D7B4-9F3D-E731B5335942}"/>
          </ac:spMkLst>
        </pc:spChg>
      </pc:sldChg>
      <pc:sldChg chg="modSp mod">
        <pc:chgData name="Zulkar Nain Prince" userId="2b3c9b35-0c31-45e4-80ed-61cfc0dd3bae" providerId="ADAL" clId="{AADF6D4B-FB2D-412F-BA47-B891D46A9A5D}" dt="2026-08-28T04:57:51.022" v="143" actId="14100"/>
        <pc:sldMkLst>
          <pc:docMk/>
          <pc:sldMk cId="1575581757" sldId="259"/>
        </pc:sldMkLst>
        <pc:spChg chg="mod">
          <ac:chgData name="Zulkar Nain Prince" userId="2b3c9b35-0c31-45e4-80ed-61cfc0dd3bae" providerId="ADAL" clId="{AADF6D4B-FB2D-412F-BA47-B891D46A9A5D}" dt="2026-08-28T04:50:47.753" v="107" actId="2711"/>
          <ac:spMkLst>
            <pc:docMk/>
            <pc:sldMk cId="1575581757" sldId="259"/>
            <ac:spMk id="2" creationId="{050B791A-5B8E-9366-AF71-04576E4D819B}"/>
          </ac:spMkLst>
        </pc:spChg>
        <pc:spChg chg="mod">
          <ac:chgData name="Zulkar Nain Prince" userId="2b3c9b35-0c31-45e4-80ed-61cfc0dd3bae" providerId="ADAL" clId="{AADF6D4B-FB2D-412F-BA47-B891D46A9A5D}" dt="2026-08-28T04:50:25.689" v="102" actId="2711"/>
          <ac:spMkLst>
            <pc:docMk/>
            <pc:sldMk cId="1575581757" sldId="259"/>
            <ac:spMk id="3" creationId="{4783E5FE-2E1E-5629-CE5E-54CFDF4831F0}"/>
          </ac:spMkLst>
        </pc:spChg>
        <pc:spChg chg="mod">
          <ac:chgData name="Zulkar Nain Prince" userId="2b3c9b35-0c31-45e4-80ed-61cfc0dd3bae" providerId="ADAL" clId="{AADF6D4B-FB2D-412F-BA47-B891D46A9A5D}" dt="2026-08-28T04:57:21.517" v="131" actId="2711"/>
          <ac:spMkLst>
            <pc:docMk/>
            <pc:sldMk cId="1575581757" sldId="259"/>
            <ac:spMk id="14" creationId="{B4E2CC21-488A-8BE1-BA73-9569E79CEFB0}"/>
          </ac:spMkLst>
        </pc:spChg>
        <pc:spChg chg="mod">
          <ac:chgData name="Zulkar Nain Prince" userId="2b3c9b35-0c31-45e4-80ed-61cfc0dd3bae" providerId="ADAL" clId="{AADF6D4B-FB2D-412F-BA47-B891D46A9A5D}" dt="2026-08-28T04:57:51.022" v="143" actId="14100"/>
          <ac:spMkLst>
            <pc:docMk/>
            <pc:sldMk cId="1575581757" sldId="259"/>
            <ac:spMk id="15" creationId="{7093D1C2-FF7E-5965-D9FE-20D4A6D008D4}"/>
          </ac:spMkLst>
        </pc:spChg>
        <pc:picChg chg="mod">
          <ac:chgData name="Zulkar Nain Prince" userId="2b3c9b35-0c31-45e4-80ed-61cfc0dd3bae" providerId="ADAL" clId="{AADF6D4B-FB2D-412F-BA47-B891D46A9A5D}" dt="2026-08-28T02:08:49.360" v="0" actId="1076"/>
          <ac:picMkLst>
            <pc:docMk/>
            <pc:sldMk cId="1575581757" sldId="259"/>
            <ac:picMk id="13" creationId="{CBC3D089-96F0-E8D6-EDD7-F0A616079585}"/>
          </ac:picMkLst>
        </pc:picChg>
      </pc:sldChg>
      <pc:sldChg chg="addSp modSp mod">
        <pc:chgData name="Zulkar Nain Prince" userId="2b3c9b35-0c31-45e4-80ed-61cfc0dd3bae" providerId="ADAL" clId="{AADF6D4B-FB2D-412F-BA47-B891D46A9A5D}" dt="2026-08-28T02:33:56.140" v="36" actId="1076"/>
        <pc:sldMkLst>
          <pc:docMk/>
          <pc:sldMk cId="3321059607" sldId="260"/>
        </pc:sldMkLst>
        <pc:spChg chg="add mod">
          <ac:chgData name="Zulkar Nain Prince" userId="2b3c9b35-0c31-45e4-80ed-61cfc0dd3bae" providerId="ADAL" clId="{AADF6D4B-FB2D-412F-BA47-B891D46A9A5D}" dt="2026-08-28T02:31:52.908" v="21" actId="20577"/>
          <ac:spMkLst>
            <pc:docMk/>
            <pc:sldMk cId="3321059607" sldId="260"/>
            <ac:spMk id="3" creationId="{547648BF-E5E7-4916-901B-317A4E01B38F}"/>
          </ac:spMkLst>
        </pc:spChg>
        <pc:spChg chg="add mod">
          <ac:chgData name="Zulkar Nain Prince" userId="2b3c9b35-0c31-45e4-80ed-61cfc0dd3bae" providerId="ADAL" clId="{AADF6D4B-FB2D-412F-BA47-B891D46A9A5D}" dt="2026-08-28T02:33:56.140" v="36" actId="1076"/>
          <ac:spMkLst>
            <pc:docMk/>
            <pc:sldMk cId="3321059607" sldId="260"/>
            <ac:spMk id="5" creationId="{12E02355-774B-4454-AB58-A1430D434633}"/>
          </ac:spMkLst>
        </pc:spChg>
        <pc:picChg chg="mod">
          <ac:chgData name="Zulkar Nain Prince" userId="2b3c9b35-0c31-45e4-80ed-61cfc0dd3bae" providerId="ADAL" clId="{AADF6D4B-FB2D-412F-BA47-B891D46A9A5D}" dt="2026-08-28T02:09:59.258" v="4" actId="1076"/>
          <ac:picMkLst>
            <pc:docMk/>
            <pc:sldMk cId="3321059607" sldId="260"/>
            <ac:picMk id="6" creationId="{CE067D52-F2DD-E249-ACEF-7E4F220F42A7}"/>
          </ac:picMkLst>
        </pc:picChg>
      </pc:sldChg>
      <pc:sldChg chg="addSp modSp new mod modAnim">
        <pc:chgData name="Zulkar Nain Prince" userId="2b3c9b35-0c31-45e4-80ed-61cfc0dd3bae" providerId="ADAL" clId="{AADF6D4B-FB2D-412F-BA47-B891D46A9A5D}" dt="2026-08-28T04:57:01.030" v="130" actId="122"/>
        <pc:sldMkLst>
          <pc:docMk/>
          <pc:sldMk cId="1103174075" sldId="261"/>
        </pc:sldMkLst>
        <pc:spChg chg="add mod">
          <ac:chgData name="Zulkar Nain Prince" userId="2b3c9b35-0c31-45e4-80ed-61cfc0dd3bae" providerId="ADAL" clId="{AADF6D4B-FB2D-412F-BA47-B891D46A9A5D}" dt="2026-08-28T04:57:01.030" v="130" actId="122"/>
          <ac:spMkLst>
            <pc:docMk/>
            <pc:sldMk cId="1103174075" sldId="261"/>
            <ac:spMk id="3" creationId="{6A9CF2BA-2E78-41BE-95B3-640B1929079D}"/>
          </ac:spMkLst>
        </pc:spChg>
        <pc:picChg chg="add mod">
          <ac:chgData name="Zulkar Nain Prince" userId="2b3c9b35-0c31-45e4-80ed-61cfc0dd3bae" providerId="ADAL" clId="{AADF6D4B-FB2D-412F-BA47-B891D46A9A5D}" dt="2026-08-28T04:56:35.510" v="108" actId="1076"/>
          <ac:picMkLst>
            <pc:docMk/>
            <pc:sldMk cId="1103174075" sldId="261"/>
            <ac:picMk id="2" creationId="{014D6846-581C-44A6-8092-2B8BB716C4E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8" y="964075"/>
            <a:ext cx="4654297" cy="3739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822842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41248" y="964074"/>
            <a:ext cx="540328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57BF8F79-49F1-41E1-A36C-18BF03D9494D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86C7438-991D-439D-844C-15329B0E9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635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7BF8F79-49F1-41E1-A36C-18BF03D9494D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86C7438-991D-439D-844C-15329B0E9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550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18032"/>
            <a:ext cx="10972800" cy="78638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72629"/>
            <a:ext cx="10972800" cy="48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396119" y="5787191"/>
            <a:ext cx="15034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7BF8F79-49F1-41E1-A36C-18BF03D9494D}" type="datetimeFigureOut">
              <a:rPr lang="en-US" smtClean="0"/>
              <a:t>8/27/2026</a:t>
            </a:fld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498994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86C7438-991D-439D-844C-15329B0E9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9347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8608"/>
            <a:ext cx="7879335" cy="3592629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1714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7800" y="368300"/>
            <a:ext cx="7375525" cy="1014413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F8F79-49F1-41E1-A36C-18BF03D9494D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C7438-991D-439D-844C-15329B0E9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7579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7BF8F79-49F1-41E1-A36C-18BF03D9494D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86C7438-991D-439D-844C-15329B0E93D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1293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35056" y="1296083"/>
            <a:ext cx="4325112" cy="4265835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7BF8F79-49F1-41E1-A36C-18BF03D9494D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86C7438-991D-439D-844C-15329B0E9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028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608576"/>
            <a:ext cx="4169664" cy="1609344"/>
          </a:xfrm>
        </p:spPr>
        <p:txBody>
          <a:bodyPr anchor="t" anchorCtr="0"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257301" y="1097280"/>
            <a:ext cx="3776470" cy="316810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464" y="841248"/>
            <a:ext cx="4215384" cy="5330952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7BF8F79-49F1-41E1-A36C-18BF03D9494D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86C7438-991D-439D-844C-15329B0E93D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482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841248"/>
            <a:ext cx="4956175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7BF8F79-49F1-41E1-A36C-18BF03D9494D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86C7438-991D-439D-844C-15329B0E93DC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7499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66926" y="841248"/>
            <a:ext cx="6260154" cy="51846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7BF8F79-49F1-41E1-A36C-18BF03D9494D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86C7438-991D-439D-844C-15329B0E93DC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18221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6567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152" y="990511"/>
            <a:ext cx="2565593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2271" y="3011335"/>
            <a:ext cx="25599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292564" y="1592958"/>
            <a:ext cx="2973522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7BF8F79-49F1-41E1-A36C-18BF03D9494D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86C7438-991D-439D-844C-15329B0E93DC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2057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0053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548640"/>
            <a:ext cx="6093225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6071616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9715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57BF8F79-49F1-41E1-A36C-18BF03D9494D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86C7438-991D-439D-844C-15329B0E9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2116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48640"/>
            <a:ext cx="6135624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28800"/>
            <a:ext cx="6135624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8202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7BF8F79-49F1-41E1-A36C-18BF03D9494D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886C7438-991D-439D-844C-15329B0E9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6544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77761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7BF8F79-49F1-41E1-A36C-18BF03D9494D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886C7438-991D-439D-844C-15329B0E9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0547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3413"/>
            <a:ext cx="4361688" cy="1262639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979461"/>
            <a:ext cx="4360863" cy="4329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3212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7BF8F79-49F1-41E1-A36C-18BF03D9494D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886C7438-991D-439D-844C-15329B0E9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3919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4572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1172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7BF8F79-49F1-41E1-A36C-18BF03D9494D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886C7438-991D-439D-844C-15329B0E9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8669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499001" y="5684309"/>
            <a:ext cx="170920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73959" y="5435073"/>
            <a:ext cx="121073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7BF8F79-49F1-41E1-A36C-18BF03D9494D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86C7438-991D-439D-844C-15329B0E93DC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463823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38855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882896"/>
            <a:ext cx="3657603" cy="1453896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0" y="548642"/>
            <a:ext cx="3490175" cy="4041647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7760" y="549275"/>
            <a:ext cx="6561138" cy="57594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7BF8F79-49F1-41E1-A36C-18BF03D9494D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86C7438-991D-439D-844C-15329B0E93DC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461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24685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64" y="559341"/>
            <a:ext cx="1075567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997746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57BF8F79-49F1-41E1-A36C-18BF03D9494D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86C7438-991D-439D-844C-15329B0E93D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200" y="1713652"/>
            <a:ext cx="4387012" cy="46129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713653"/>
            <a:ext cx="6533071" cy="514434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85750" lvl="0" indent="-28575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475403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937761"/>
            <a:ext cx="6987537" cy="1353312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549021"/>
            <a:ext cx="9455150" cy="4333875"/>
          </a:xfrm>
        </p:spPr>
        <p:txBody>
          <a:bodyPr anchor="b">
            <a:normAutofit/>
          </a:bodyPr>
          <a:lstStyle>
            <a:lvl1pPr>
              <a:defRPr sz="232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7BF8F79-49F1-41E1-A36C-18BF03D9494D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86C7438-991D-439D-844C-15329B0E93D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56071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24138" y="2268748"/>
            <a:ext cx="6943724" cy="395425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1pPr>
            <a:lvl2pPr marL="2286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2pPr>
            <a:lvl3pPr marL="4572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4pPr>
            <a:lvl5pPr marL="9144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7BF8F79-49F1-41E1-A36C-18BF03D9494D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86C7438-991D-439D-844C-15329B0E93DC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057205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45238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0168" y="5669280"/>
            <a:ext cx="6311664" cy="4663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180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97135" y="1744578"/>
            <a:ext cx="6997730" cy="350790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811380" y="-1681974"/>
            <a:ext cx="6569242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7BF8F79-49F1-41E1-A36C-18BF03D9494D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86C7438-991D-439D-844C-15329B0E9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252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103438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4947" y="2103121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7BF8F79-49F1-41E1-A36C-18BF03D9494D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86C7438-991D-439D-844C-15329B0E9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4577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743200"/>
            <a:ext cx="5157187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210312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09361" y="27432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7BF8F79-49F1-41E1-A36C-18BF03D9494D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86C7438-991D-439D-844C-15329B0E9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23198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7BF8F79-49F1-41E1-A36C-18BF03D9494D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86C7438-991D-439D-844C-15329B0E9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6764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7BF8F79-49F1-41E1-A36C-18BF03D9494D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86C7438-991D-439D-844C-15329B0E9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2421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57200"/>
            <a:ext cx="7342307" cy="1133856"/>
          </a:xfrm>
          <a:noFill/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624328"/>
            <a:ext cx="10424160" cy="32004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7BF8F79-49F1-41E1-A36C-18BF03D9494D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86C7438-991D-439D-844C-15329B0E9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10763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2301836"/>
            <a:ext cx="10741150" cy="3921165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7BF8F79-49F1-41E1-A36C-18BF03D9494D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86C7438-991D-439D-844C-15329B0E9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0424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59" y="338328"/>
            <a:ext cx="8168640" cy="4462272"/>
          </a:xfrm>
          <a:noFill/>
        </p:spPr>
        <p:txBody>
          <a:bodyPr vert="horz" lIns="91440" tIns="45720" rIns="91440" bIns="137160" rtlCol="0" anchor="t">
            <a:normAutofit/>
          </a:bodyPr>
          <a:lstStyle>
            <a:lvl1pPr>
              <a:lnSpc>
                <a:spcPct val="80000"/>
              </a:lnSpc>
              <a:defRPr lang="en-US" sz="9600" spc="-100" baseline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34400" y="4754729"/>
            <a:ext cx="3084441" cy="1080302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spc="100" baseline="0" dirty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0" y="447579"/>
            <a:ext cx="2477899" cy="586001"/>
          </a:xfrm>
          <a:noFill/>
        </p:spPr>
        <p:txBody>
          <a:bodyPr/>
          <a:lstStyle>
            <a:lvl1pPr algn="r">
              <a:defRPr sz="105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57BF8F79-49F1-41E1-A36C-18BF03D9494D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86C7438-991D-439D-844C-15329B0E9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842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fld id="{57BF8F79-49F1-41E1-A36C-18BF03D9494D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>
                <a:solidFill>
                  <a:schemeClr val="tx1"/>
                </a:solidFill>
              </a:defRPr>
            </a:lvl1pPr>
          </a:lstStyle>
          <a:p>
            <a:fld id="{886C7438-991D-439D-844C-15329B0E93DC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1892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  <p:sldLayoutId id="2147483732" r:id="rId15"/>
    <p:sldLayoutId id="2147483733" r:id="rId16"/>
    <p:sldLayoutId id="2147483734" r:id="rId17"/>
    <p:sldLayoutId id="2147483735" r:id="rId18"/>
    <p:sldLayoutId id="2147483736" r:id="rId19"/>
    <p:sldLayoutId id="2147483737" r:id="rId20"/>
    <p:sldLayoutId id="2147483738" r:id="rId21"/>
    <p:sldLayoutId id="2147483739" r:id="rId22"/>
    <p:sldLayoutId id="2147483740" r:id="rId23"/>
    <p:sldLayoutId id="2147483741" r:id="rId24"/>
    <p:sldLayoutId id="2147483742" r:id="rId25"/>
    <p:sldLayoutId id="2147483743" r:id="rId26"/>
    <p:sldLayoutId id="2147483744" r:id="rId27"/>
    <p:sldLayoutId id="2147483745" r:id="rId2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E38A9C5-AA1B-26A0-2CDF-2F66D63142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61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5EE880-8EA9-3DFC-6C6B-75CADA6FE47D}"/>
              </a:ext>
            </a:extLst>
          </p:cNvPr>
          <p:cNvSpPr txBox="1"/>
          <p:nvPr/>
        </p:nvSpPr>
        <p:spPr>
          <a:xfrm>
            <a:off x="4114800" y="247650"/>
            <a:ext cx="325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LABVIEW operational views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18F6A1-4B3F-AE51-FB16-85D11EF611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0349" y="1197354"/>
            <a:ext cx="5037138" cy="44604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E067D52-F2DD-E249-ACEF-7E4F220F42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570" y="1197354"/>
            <a:ext cx="6213200" cy="4241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47648BF-E5E7-4916-901B-317A4E01B38F}"/>
              </a:ext>
            </a:extLst>
          </p:cNvPr>
          <p:cNvSpPr txBox="1"/>
          <p:nvPr/>
        </p:nvSpPr>
        <p:spPr>
          <a:xfrm>
            <a:off x="1909187" y="5757705"/>
            <a:ext cx="245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Front Panel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E02355-774B-4454-AB58-A1430D434633}"/>
              </a:ext>
            </a:extLst>
          </p:cNvPr>
          <p:cNvSpPr txBox="1"/>
          <p:nvPr/>
        </p:nvSpPr>
        <p:spPr>
          <a:xfrm>
            <a:off x="8042031" y="5797899"/>
            <a:ext cx="2240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Block Diagram</a:t>
            </a:r>
          </a:p>
        </p:txBody>
      </p:sp>
    </p:spTree>
    <p:extLst>
      <p:ext uri="{BB962C8B-B14F-4D97-AF65-F5344CB8AC3E}">
        <p14:creationId xmlns:p14="http://schemas.microsoft.com/office/powerpoint/2010/main" val="3321059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2026-08-27 13-18-48">
            <a:hlinkClick r:id="" action="ppaction://media"/>
            <a:extLst>
              <a:ext uri="{FF2B5EF4-FFF2-40B4-BE49-F238E27FC236}">
                <a16:creationId xmlns:a16="http://schemas.microsoft.com/office/drawing/2014/main" id="{014D6846-581C-44A6-8092-2B8BB716C4E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862295" y="1168120"/>
            <a:ext cx="7553011" cy="424856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A9CF2BA-2E78-41BE-95B3-640B1929079D}"/>
              </a:ext>
            </a:extLst>
          </p:cNvPr>
          <p:cNvSpPr txBox="1"/>
          <p:nvPr/>
        </p:nvSpPr>
        <p:spPr>
          <a:xfrm>
            <a:off x="4300695" y="492369"/>
            <a:ext cx="3295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Observations</a:t>
            </a:r>
          </a:p>
        </p:txBody>
      </p:sp>
    </p:spTree>
    <p:extLst>
      <p:ext uri="{BB962C8B-B14F-4D97-AF65-F5344CB8AC3E}">
        <p14:creationId xmlns:p14="http://schemas.microsoft.com/office/powerpoint/2010/main" val="1103174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765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0B791A-5B8E-9366-AF71-04576E4D819B}"/>
              </a:ext>
            </a:extLst>
          </p:cNvPr>
          <p:cNvSpPr txBox="1"/>
          <p:nvPr/>
        </p:nvSpPr>
        <p:spPr>
          <a:xfrm>
            <a:off x="4987119" y="291927"/>
            <a:ext cx="2338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Pressure Measurement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83E5FE-2E1E-5629-CE5E-54CFDF4831F0}"/>
              </a:ext>
            </a:extLst>
          </p:cNvPr>
          <p:cNvSpPr txBox="1"/>
          <p:nvPr/>
        </p:nvSpPr>
        <p:spPr>
          <a:xfrm>
            <a:off x="1114567" y="927627"/>
            <a:ext cx="99628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pressure measurement, we need to excite the sensor with an external source (Battery) or a power supply. Before connecting a power source, check the operating voltage in the manual and whether the battery can supply the required voltage or not</a:t>
            </a:r>
            <a:r>
              <a:rPr lang="en-US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5B5AD9-F5DF-0DC7-0B5B-BD4A3597D2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239613" y="2211009"/>
            <a:ext cx="3637972" cy="361137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BC3D089-96F0-E8D6-EDD7-F0A6160795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9211" y="2230335"/>
            <a:ext cx="4280304" cy="357272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4E2CC21-488A-8BE1-BA73-9569E79CEFB0}"/>
              </a:ext>
            </a:extLst>
          </p:cNvPr>
          <p:cNvSpPr txBox="1"/>
          <p:nvPr/>
        </p:nvSpPr>
        <p:spPr>
          <a:xfrm>
            <a:off x="2169994" y="5930373"/>
            <a:ext cx="1542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supply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93D1C2-FF7E-5965-D9FE-20D4A6D008D4}"/>
              </a:ext>
            </a:extLst>
          </p:cNvPr>
          <p:cNvSpPr txBox="1"/>
          <p:nvPr/>
        </p:nvSpPr>
        <p:spPr>
          <a:xfrm>
            <a:off x="7690512" y="5930373"/>
            <a:ext cx="2438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Battery (DC power)</a:t>
            </a:r>
          </a:p>
        </p:txBody>
      </p:sp>
    </p:spTree>
    <p:extLst>
      <p:ext uri="{BB962C8B-B14F-4D97-AF65-F5344CB8AC3E}">
        <p14:creationId xmlns:p14="http://schemas.microsoft.com/office/powerpoint/2010/main" val="1575581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72CAAC-C53D-921D-A38E-B1DF8EB4568D}"/>
              </a:ext>
            </a:extLst>
          </p:cNvPr>
          <p:cNvSpPr txBox="1"/>
          <p:nvPr/>
        </p:nvSpPr>
        <p:spPr>
          <a:xfrm>
            <a:off x="5021239" y="197893"/>
            <a:ext cx="2068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Pressure Calibration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75651F-1A1C-FC62-098E-3F484CD7FE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825" y="900167"/>
            <a:ext cx="5297086" cy="37332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C68FA79-B757-F4B8-CA29-43C690224E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3545" y="988877"/>
            <a:ext cx="5096851" cy="38267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664D204-9B61-D7B4-9F3D-E731B5335942}"/>
              </a:ext>
            </a:extLst>
          </p:cNvPr>
          <p:cNvSpPr txBox="1"/>
          <p:nvPr/>
        </p:nvSpPr>
        <p:spPr>
          <a:xfrm>
            <a:off x="452175" y="5055067"/>
            <a:ext cx="106512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 pressure transducer that outputs voltage, calibration is required to establish the voltage-to-pressure relationship. Before calibration, plot the measured voltage against the known pressure values to determine the nature of the relationship (linear, polynomial, etc.).</a:t>
            </a:r>
          </a:p>
        </p:txBody>
      </p:sp>
    </p:spTree>
    <p:extLst>
      <p:ext uri="{BB962C8B-B14F-4D97-AF65-F5344CB8AC3E}">
        <p14:creationId xmlns:p14="http://schemas.microsoft.com/office/powerpoint/2010/main" val="4267113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B28022-4059-FB71-1E4A-ED8A80146F6E}"/>
              </a:ext>
            </a:extLst>
          </p:cNvPr>
          <p:cNvSpPr txBox="1"/>
          <p:nvPr/>
        </p:nvSpPr>
        <p:spPr>
          <a:xfrm>
            <a:off x="4612944" y="300251"/>
            <a:ext cx="2176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Graphical Analysis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6284D5-5948-7C6B-2AB4-F130A09AF5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339" y="1489692"/>
            <a:ext cx="5430873" cy="362821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2330872-32F9-300D-A4B7-45F754D879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9243" y="1557931"/>
            <a:ext cx="5755724" cy="343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965760"/>
      </p:ext>
    </p:extLst>
  </p:cSld>
  <p:clrMapOvr>
    <a:masterClrMapping/>
  </p:clrMapOvr>
</p:sld>
</file>

<file path=ppt/theme/theme1.xml><?xml version="1.0" encoding="utf-8"?>
<a:theme xmlns:a="http://schemas.openxmlformats.org/drawingml/2006/main" name="Archway">
  <a:themeElements>
    <a:clrScheme name="Archway">
      <a:dk1>
        <a:sysClr val="windowText" lastClr="000000"/>
      </a:dk1>
      <a:lt1>
        <a:sysClr val="window" lastClr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CCBE687C-D9F1-4254-B066-5079611C2397}" vid="{9D57D580-D4A7-454F-BF49-8DDDB4A8185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cb9ae48-cd32-41f0-a982-87b573fe9a1a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F09D942BB03641AD8662AFD0B88FF1" ma:contentTypeVersion="10" ma:contentTypeDescription="Create a new document." ma:contentTypeScope="" ma:versionID="bbc2631b7a2d2505a14a82e8e958c7e2">
  <xsd:schema xmlns:xsd="http://www.w3.org/2001/XMLSchema" xmlns:xs="http://www.w3.org/2001/XMLSchema" xmlns:p="http://schemas.microsoft.com/office/2006/metadata/properties" xmlns:ns3="ccb9ae48-cd32-41f0-a982-87b573fe9a1a" targetNamespace="http://schemas.microsoft.com/office/2006/metadata/properties" ma:root="true" ma:fieldsID="f06d569ceb0b2247f429dd458d2fdda5" ns3:_="">
    <xsd:import namespace="ccb9ae48-cd32-41f0-a982-87b573fe9a1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b9ae48-cd32-41f0-a982-87b573fe9a1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C8BC71-2168-4EE5-AF2B-2144286251B1}">
  <ds:schemaRefs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http://purl.org/dc/elements/1.1/"/>
    <ds:schemaRef ds:uri="http://schemas.openxmlformats.org/package/2006/metadata/core-properties"/>
    <ds:schemaRef ds:uri="ccb9ae48-cd32-41f0-a982-87b573fe9a1a"/>
    <ds:schemaRef ds:uri="http://schemas.microsoft.com/office/2006/metadata/properties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B226E979-7ACC-4CC6-B725-2C57FC6765D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EF5D246-9D28-4F2A-862E-AC95F397769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cb9ae48-cd32-41f0-a982-87b573fe9a1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79c742c4-e61c-4fa5-be89-a3cb566a80d1}" enabled="0" method="" siteId="{79c742c4-e61c-4fa5-be89-a3cb566a80d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189</TotalTime>
  <Words>112</Words>
  <Application>Microsoft Office PowerPoint</Application>
  <PresentationFormat>Widescreen</PresentationFormat>
  <Paragraphs>11</Paragraphs>
  <Slides>6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Felix Titling</vt:lpstr>
      <vt:lpstr>Goudy Old Style</vt:lpstr>
      <vt:lpstr>Times New Roman</vt:lpstr>
      <vt:lpstr>Archway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Zulkar Nain Prince</dc:creator>
  <cp:lastModifiedBy>Zulkar Nain Prince</cp:lastModifiedBy>
  <cp:revision>4</cp:revision>
  <dcterms:created xsi:type="dcterms:W3CDTF">2026-08-27T21:51:09Z</dcterms:created>
  <dcterms:modified xsi:type="dcterms:W3CDTF">2026-08-28T05:08:14Z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0x0101009CF09D942BB03641AD8662AFD0B88FF1</vt:lpwstr>
  </property>
</Properties>
</file>